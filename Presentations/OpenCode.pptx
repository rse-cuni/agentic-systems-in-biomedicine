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F2A65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" y="502920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" y="502920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16736" y="502920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72768" y="502920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3736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OpenCode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A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coding agents in your terminal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86968" y="3611880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i="1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open-source, terminal-native coding agent. Connect it to e-INFRA models, add MCP tools, and build your own agents and subagents.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86968" y="4434840"/>
            <a:ext cx="1371600" cy="41148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6126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E8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Systems in Biomedicine   •   OpenCode Session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475488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76656" y="969264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in this session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3611880" cy="2103120"/>
          </a:xfrm>
          <a:prstGeom prst="roundRect">
            <a:avLst>
              <a:gd name="adj" fmla="val 2174"/>
            </a:avLst>
          </a:prstGeom>
          <a:solidFill>
            <a:srgbClr val="E8EEF4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719072"/>
            <a:ext cx="621792" cy="621792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71907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2A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13232" y="2432304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OpenCode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" y="3054096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tool, its architecture, and why it's different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70832" y="1481328"/>
            <a:ext cx="3611880" cy="2103120"/>
          </a:xfrm>
          <a:prstGeom prst="roundRect">
            <a:avLst>
              <a:gd name="adj" fmla="val 2174"/>
            </a:avLst>
          </a:prstGeom>
          <a:solidFill>
            <a:srgbClr val="E8EEF4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26864" y="1719072"/>
            <a:ext cx="621792" cy="621792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4626864" y="171907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2A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626864" y="2432304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&amp; first run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26864" y="3054096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CLI, launch the TUI, basic navigation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84464" y="1481328"/>
            <a:ext cx="3611880" cy="2103120"/>
          </a:xfrm>
          <a:prstGeom prst="roundRect">
            <a:avLst>
              <a:gd name="adj" fmla="val 2174"/>
            </a:avLst>
          </a:prstGeom>
          <a:solidFill>
            <a:srgbClr val="E8EEF4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40496" y="1719072"/>
            <a:ext cx="621792" cy="621792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8540496" y="171907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2A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8540496" y="2432304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e-INFRA models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40496" y="3054096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OpenCode at llm.ai.e-infra.cz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22192"/>
            <a:ext cx="3611880" cy="2103120"/>
          </a:xfrm>
          <a:prstGeom prst="roundRect">
            <a:avLst>
              <a:gd name="adj" fmla="val 2174"/>
            </a:avLst>
          </a:prstGeom>
          <a:solidFill>
            <a:srgbClr val="E8EEF4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4059936"/>
            <a:ext cx="621792" cy="621792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05993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2A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713232" y="477316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MCP servers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232" y="5394960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 external tools, local and remote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70832" y="3822192"/>
            <a:ext cx="3611880" cy="2103120"/>
          </a:xfrm>
          <a:prstGeom prst="roundRect">
            <a:avLst>
              <a:gd name="adj" fmla="val 2174"/>
            </a:avLst>
          </a:prstGeom>
          <a:solidFill>
            <a:srgbClr val="E8EEF4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26864" y="4059936"/>
            <a:ext cx="621792" cy="621792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7" name="Text 25"/>
          <p:cNvSpPr/>
          <p:nvPr/>
        </p:nvSpPr>
        <p:spPr>
          <a:xfrm>
            <a:off x="4626864" y="405993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2A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4626864" y="477316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&amp; subagents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26864" y="5394960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focused assistants and delegate work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84464" y="3822192"/>
            <a:ext cx="3611880" cy="2103120"/>
          </a:xfrm>
          <a:prstGeom prst="roundRect">
            <a:avLst>
              <a:gd name="adj" fmla="val 2174"/>
            </a:avLst>
          </a:prstGeom>
          <a:solidFill>
            <a:srgbClr val="E8EEF4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40496" y="4059936"/>
            <a:ext cx="621792" cy="621792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2" name="Text 30"/>
          <p:cNvSpPr/>
          <p:nvPr/>
        </p:nvSpPr>
        <p:spPr>
          <a:xfrm>
            <a:off x="8540496" y="405993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2A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300" dirty="0"/>
          </a:p>
        </p:txBody>
      </p:sp>
      <p:sp>
        <p:nvSpPr>
          <p:cNvPr id="33" name="Text 31"/>
          <p:cNvSpPr/>
          <p:nvPr/>
        </p:nvSpPr>
        <p:spPr>
          <a:xfrm>
            <a:off x="8540496" y="477316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Sandboxing &amp; permissions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40496" y="5394960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what the agent is allowed to do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647395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— AI coding agents in your terminal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332720" y="6473952"/>
            <a:ext cx="1399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475488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OpenCode?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76656" y="969264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AI coding agent built for the terminal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97480" cy="4160520"/>
          </a:xfrm>
          <a:prstGeom prst="roundRect">
            <a:avLst>
              <a:gd name="adj" fmla="val 1695"/>
            </a:avLst>
          </a:prstGeom>
          <a:solidFill>
            <a:srgbClr val="E8EEF4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2697480" cy="82296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0136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Terminal-native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" y="2743200"/>
            <a:ext cx="229514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a fast TUI right in your shell. Also drives an IDE extension, a web UI, and a headless server / SDK.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1508760"/>
            <a:ext cx="2697480" cy="4160520"/>
          </a:xfrm>
          <a:prstGeom prst="roundRect">
            <a:avLst>
              <a:gd name="adj" fmla="val 1695"/>
            </a:avLst>
          </a:prstGeom>
          <a:solidFill>
            <a:srgbClr val="E8EEF4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508760"/>
            <a:ext cx="2697480" cy="82296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80136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Model-agnostic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84448" y="2743200"/>
            <a:ext cx="229514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tied to any one vendor. Use Anthropic, OpenAI, local models, or any OpenAI-compatible endpoint — like e-INFRA.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508760"/>
            <a:ext cx="2697480" cy="4160520"/>
          </a:xfrm>
          <a:prstGeom prst="roundRect">
            <a:avLst>
              <a:gd name="adj" fmla="val 1695"/>
            </a:avLst>
          </a:prstGeom>
          <a:solidFill>
            <a:srgbClr val="E8EEF4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508760"/>
            <a:ext cx="2697480" cy="82296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80136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source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10528" y="2743200"/>
            <a:ext cx="229514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open, Apache-2.0. A client/server architecture means the same engine powers the TUI, IDE, and automation.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235440" y="1508760"/>
            <a:ext cx="2697480" cy="4160520"/>
          </a:xfrm>
          <a:prstGeom prst="roundRect">
            <a:avLst>
              <a:gd name="adj" fmla="val 1695"/>
            </a:avLst>
          </a:prstGeom>
          <a:solidFill>
            <a:srgbClr val="E8EEF4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35440" y="1508760"/>
            <a:ext cx="2697480" cy="82296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19" name="Text 17"/>
          <p:cNvSpPr/>
          <p:nvPr/>
        </p:nvSpPr>
        <p:spPr>
          <a:xfrm>
            <a:off x="9418320" y="180136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Extensible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436608" y="2743200"/>
            <a:ext cx="229514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MCP tools, custom agents and subagents, skills, commands, LSP servers, and plugins — all via simple config.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5870448"/>
            <a:ext cx="11274552" cy="4572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8704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agent, many surfaces — and you stay in control of the model, the tools, and the permissions.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647395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— AI coding agents in your terminal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332720" y="6473952"/>
            <a:ext cx="1399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475488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&amp; First Run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76656" y="969264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a running agent in your project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6858000" cy="4160520"/>
          </a:xfrm>
          <a:prstGeom prst="roundRect">
            <a:avLst>
              <a:gd name="adj" fmla="val 1319"/>
            </a:avLst>
          </a:prstGeom>
          <a:solidFill>
            <a:srgbClr val="0E2138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664208"/>
            <a:ext cx="6528816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(pick one)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https://opencode.ai/install | bash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 i -g opencode-ai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 sst/tap/opencode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Launch in your project directory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my-project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Inside the TUI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/connect       # add a model provider + API key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/models        # pick the active model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/agent         # switch agent  (or press Tab)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@explore find the auth code   # call a subagent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543800" y="1554480"/>
            <a:ext cx="4187952" cy="4160520"/>
          </a:xfrm>
          <a:prstGeom prst="roundRect">
            <a:avLst>
              <a:gd name="adj" fmla="val 1099"/>
            </a:avLst>
          </a:prstGeom>
          <a:solidFill>
            <a:srgbClr val="E8EEF4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1783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Handy keys &amp; commands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0" y="2286000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0" y="228600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0" y="22860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primary agents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0" y="2816352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0" y="281635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@name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0" y="28163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a subagent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0" y="3346704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0" y="3346704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/connect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144000" y="334670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provider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0" y="3877056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0B1F3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3877056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/models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0" y="387705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model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72400" y="4407408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0B1F3A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0" y="440740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/share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44000" y="44074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 session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772400" y="4937760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0B1F3A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0" y="49377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144000" y="49377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the agent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647395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— AI coding agents in your terminal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332720" y="6473952"/>
            <a:ext cx="1399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475488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to e-INFRA Models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76656" y="969264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e-INFRA CZ provider to ~/.config/opencode/opencode.json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7269480" cy="4224528"/>
          </a:xfrm>
          <a:prstGeom prst="roundRect">
            <a:avLst>
              <a:gd name="adj" fmla="val 1299"/>
            </a:avLst>
          </a:prstGeom>
          <a:solidFill>
            <a:srgbClr val="0E2138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572768"/>
            <a:ext cx="6940296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inside  "provider": { … }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"einfra": {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"npm": "@ai-sdk/openai-compatible",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"e-INFRA CZ",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"options": {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"baseURL": "https://llm.ai.e-infra.cz/v1",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"apiKey": "{env:E_INFRA_API_TOKEN}"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"models": {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"agentic": { "name": "agentic" },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"coder": { "name": "coder" },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"command-a": { "name": "command-a" },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"deepseek-v4-pro": { "name": "deepseek-v4-pro" },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"gemma4": { "name": "gemma4" },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"glm-5.1": { "name": "glm-5.1" },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"gpt-oss-120b": { "name": "gpt-oss-120b" },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"kimi-k2.5": { "name": "kimi-k2.5" },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"kimi-k2.6": { "name": "kimi-k2.6" }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955280" y="1463040"/>
            <a:ext cx="3776472" cy="4224528"/>
          </a:xfrm>
          <a:prstGeom prst="roundRect">
            <a:avLst>
              <a:gd name="adj" fmla="val 1211"/>
            </a:avLst>
          </a:prstGeom>
          <a:solidFill>
            <a:srgbClr val="E8EEF4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8388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Then, inside opencode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183880" y="2240280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0" name="Text 8"/>
          <p:cNvSpPr/>
          <p:nvPr/>
        </p:nvSpPr>
        <p:spPr>
          <a:xfrm>
            <a:off x="8183880" y="2240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0" y="2185416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/connect → pick e-INFRA CZ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83880" y="3017520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880" y="3017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0" y="2962656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API key from chat.ai.e-infra.cz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83880" y="3794760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3794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0" y="3739896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/models → pick a model (e.g. coder)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83880" y="4709160"/>
            <a:ext cx="3337560" cy="0"/>
          </a:xfrm>
          <a:prstGeom prst="line">
            <a:avLst/>
          </a:prstGeom>
          <a:noFill/>
          <a:ln w="12700">
            <a:solidFill>
              <a:srgbClr val="C9D4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3880" y="4828032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Aliases: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· coder · mini · thinker track current models — no need to edit config when they change.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647395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— AI coding agents in your terminal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332720" y="6473952"/>
            <a:ext cx="1399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475488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MCP Servers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76656" y="969264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agent external tools — local processes or remote services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486400" cy="3703320"/>
          </a:xfrm>
          <a:prstGeom prst="roundRect">
            <a:avLst>
              <a:gd name="adj" fmla="val 1235"/>
            </a:avLst>
          </a:prstGeom>
          <a:solidFill>
            <a:srgbClr val="E8EEF4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5486400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 (stdio)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" y="2057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command OpenCode spawns and talks to over stdio.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2468880"/>
            <a:ext cx="5074920" cy="2560320"/>
          </a:xfrm>
          <a:prstGeom prst="roundRect">
            <a:avLst>
              <a:gd name="adj" fmla="val 2143"/>
            </a:avLst>
          </a:prstGeom>
          <a:solidFill>
            <a:srgbClr val="0E2138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78608"/>
            <a:ext cx="4745736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"mcp": {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"my-tools": {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"type": "local",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"command": ["npx","-y","my-mcp"],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"environment": {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"API_KEY": "{env:API_KEY}"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"enabled": true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45352" y="1508760"/>
            <a:ext cx="5486400" cy="3703320"/>
          </a:xfrm>
          <a:prstGeom prst="roundRect">
            <a:avLst>
              <a:gd name="adj" fmla="val 1235"/>
            </a:avLst>
          </a:prstGeom>
          <a:solidFill>
            <a:srgbClr val="E8EEF4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45352" y="1508760"/>
            <a:ext cx="5486400" cy="82296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Remote  (HTTP / SSE)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46520" y="2057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hosted MCP endpoint, with headers or OAuth auth.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46520" y="2468880"/>
            <a:ext cx="5074920" cy="2560320"/>
          </a:xfrm>
          <a:prstGeom prst="roundRect">
            <a:avLst>
              <a:gd name="adj" fmla="val 2143"/>
            </a:avLst>
          </a:prstGeom>
          <a:solidFill>
            <a:srgbClr val="0E2138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11112" y="2578608"/>
            <a:ext cx="4745736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"mcp": {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"context7": {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"type": "remote",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"url": "https://mcp.context7.com/mcp",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"headers": {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"API_KEY": "{env:CONTEXT7_KEY}"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5394960"/>
            <a:ext cx="11274552" cy="4572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394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 are auto-discovered and added to the model's context — enable only what you need, big servers eat tokens fast.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647395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— AI coding agents in your terminal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332720" y="6473952"/>
            <a:ext cx="1399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475488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 New Agent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76656" y="969264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assistants with their own model, prompt, and permissions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023360" cy="4206240"/>
          </a:xfrm>
          <a:prstGeom prst="roundRect">
            <a:avLst>
              <a:gd name="adj" fmla="val 1136"/>
            </a:avLst>
          </a:prstGeom>
          <a:solidFill>
            <a:srgbClr val="E8EEF4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7190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flavors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2121408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main agents you drive directly (Build, Plan). Switch with Tab.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" y="29077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specialists invoked by other agents or via @mention.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3611880"/>
            <a:ext cx="3611880" cy="0"/>
          </a:xfrm>
          <a:prstGeom prst="line">
            <a:avLst/>
          </a:prstGeom>
          <a:noFill/>
          <a:ln w="12700">
            <a:solidFill>
              <a:srgbClr val="C9D4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7307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one interactively: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" y="4069080"/>
            <a:ext cx="3611880" cy="640080"/>
          </a:xfrm>
          <a:prstGeom prst="roundRect">
            <a:avLst>
              <a:gd name="adj" fmla="val 8571"/>
            </a:avLst>
          </a:prstGeom>
          <a:solidFill>
            <a:srgbClr val="0E2138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178808"/>
            <a:ext cx="3282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agent create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48463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Options: description · mode · model · prompt · permission · temperature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63440" y="155448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.opencode/agents/reviewer.md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1874520"/>
            <a:ext cx="7068312" cy="3840480"/>
          </a:xfrm>
          <a:prstGeom prst="roundRect">
            <a:avLst>
              <a:gd name="adj" fmla="val 1429"/>
            </a:avLst>
          </a:prstGeom>
          <a:solidFill>
            <a:srgbClr val="0E2138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1984248"/>
            <a:ext cx="6739128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Reviews code for bugs &amp; security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mode: subagent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einfra/qwen3-coder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temperature: 0.1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permission: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edit: deny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bash: ask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senior code reviewer. Focus on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correctness, security, and clear feedback.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not modify files — suggest changes only.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7395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— AI coding agents in your terminal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332720" y="6473952"/>
            <a:ext cx="1399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475488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Subagents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76656" y="969264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specialized work into isolated child sessions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331720" cy="1371600"/>
          </a:xfrm>
          <a:prstGeom prst="roundRect">
            <a:avLst>
              <a:gd name="adj" fmla="val 4000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5623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agent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/ Plan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70632" y="2057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83280" y="1600200"/>
            <a:ext cx="2331720" cy="1371600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85623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@mention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 Task tool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474720" y="2377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96712" y="2057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09360" y="1600200"/>
            <a:ext cx="2331720" cy="1371600"/>
          </a:xfrm>
          <a:prstGeom prst="roundRect">
            <a:avLst>
              <a:gd name="adj" fmla="val 4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85623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Subagent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0" y="2377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session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22792" y="2057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235440" y="1600200"/>
            <a:ext cx="2331720" cy="1371600"/>
          </a:xfrm>
          <a:prstGeom prst="roundRect">
            <a:avLst>
              <a:gd name="adj" fmla="val 4000"/>
            </a:avLst>
          </a:prstGeom>
          <a:solidFill>
            <a:srgbClr val="0B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0" y="185623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326880" y="2377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5394960" cy="2423160"/>
          </a:xfrm>
          <a:prstGeom prst="roundRect">
            <a:avLst>
              <a:gd name="adj" fmla="val 1887"/>
            </a:avLst>
          </a:prstGeom>
          <a:solidFill>
            <a:srgbClr val="E8EEF4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429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subagents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8368" y="382219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28800" y="38221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research &amp; tasks, full tools — run several in parallel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8368" y="43891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828800" y="4389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read-only codebase search — never edits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8368" y="495604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scout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828800" y="49560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research of external docs &amp; dependencies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26480" y="3246120"/>
            <a:ext cx="5605272" cy="2423160"/>
          </a:xfrm>
          <a:prstGeom prst="roundRect">
            <a:avLst>
              <a:gd name="adj" fmla="val 1887"/>
            </a:avLst>
          </a:prstGeom>
          <a:solidFill>
            <a:srgbClr val="E8EEF4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3246120"/>
            <a:ext cx="5605272" cy="82296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30" name="Text 28"/>
          <p:cNvSpPr/>
          <p:nvPr/>
        </p:nvSpPr>
        <p:spPr>
          <a:xfrm>
            <a:off x="6327648" y="345643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use them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27648" y="384048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 — 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many units of work at once.
</a:t>
            </a:r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context — 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child gets its own session, keeping the main thread focused.
</a:t>
            </a:r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— 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tools/permissions per subagent; gate who can call whom with permission.task.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647395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— AI coding agents in your terminal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0332720" y="6473952"/>
            <a:ext cx="1399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475488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Sandboxing &amp; Permissions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76656" y="969264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runs automatically, what asks first, and what's blocked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E8EEF4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109728" cy="169164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5564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E8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"allow"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230428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without approval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Trusted, reversible actions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70832" y="1554480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E8EEF4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1554480"/>
            <a:ext cx="109728" cy="1691640"/>
          </a:xfrm>
          <a:prstGeom prst="rect">
            <a:avLst/>
          </a:prstGeom>
          <a:solidFill>
            <a:srgbClr val="E0A100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175564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0A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"ask"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45152" y="230428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before running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45152" y="26517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 default for risky tools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84464" y="1554480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E8EEF4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84464" y="1554480"/>
            <a:ext cx="109728" cy="1691640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17" name="Text 15"/>
          <p:cNvSpPr/>
          <p:nvPr/>
        </p:nvSpPr>
        <p:spPr>
          <a:xfrm>
            <a:off x="8558784" y="175564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44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"deny"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558784" y="230428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 entirely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58784" y="26517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the agent must never use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456432"/>
            <a:ext cx="6858000" cy="2240280"/>
          </a:xfrm>
          <a:prstGeom prst="roundRect">
            <a:avLst>
              <a:gd name="adj" fmla="val 2449"/>
            </a:avLst>
          </a:prstGeom>
          <a:solidFill>
            <a:srgbClr val="0E2138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566160"/>
            <a:ext cx="6528816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"permission": {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"*": "ask",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"edit": "allow",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"bash": {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"*": "ask",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"git *": "allow",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"rm *": "deny"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43800" y="3456432"/>
            <a:ext cx="4187952" cy="2240280"/>
          </a:xfrm>
          <a:prstGeom prst="roundRect">
            <a:avLst>
              <a:gd name="adj" fmla="val 2041"/>
            </a:avLst>
          </a:prstGeom>
          <a:solidFill>
            <a:srgbClr val="E8EEF4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44968" y="362102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guardrails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744968" y="40233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936992" y="40233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files are denied by default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44968" y="4425696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36992" y="4425696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the project dir → external_directory asks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44968" y="4828032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936992" y="4828032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identical calls trip the doom_loop guard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44968" y="523036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936992" y="5230368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any rule per agent (e.g. Plan = read-only)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647395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— AI coding agents in your terminal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0332720" y="6473952"/>
            <a:ext cx="1399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F2A65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" y="502920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" y="502920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16736" y="502920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72768" y="502920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68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586984" cy="1920240"/>
          </a:xfrm>
          <a:prstGeom prst="roundRect">
            <a:avLst>
              <a:gd name="adj" fmla="val 2381"/>
            </a:avLst>
          </a:prstGeom>
          <a:solidFill>
            <a:srgbClr val="11355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828800"/>
            <a:ext cx="5586984" cy="82296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29968"/>
            <a:ext cx="5038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terminal, any model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2542032"/>
            <a:ext cx="508406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TUI coding agent</a:t>
            </a:r>
            <a:endParaRPr lang="en-US" sz="1250" dirty="0"/>
          </a:p>
          <a:p>
            <a:pPr algn="l" marL="177800" indent="-1778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e-INFRA via an OpenAI-compatible provider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44768" y="1828800"/>
            <a:ext cx="5586984" cy="1920240"/>
          </a:xfrm>
          <a:prstGeom prst="roundRect">
            <a:avLst>
              <a:gd name="adj" fmla="val 2381"/>
            </a:avLst>
          </a:prstGeom>
          <a:solidFill>
            <a:srgbClr val="11355C"/>
          </a:solidFill>
          <a:ln/>
        </p:spPr>
      </p:sp>
      <p:sp>
        <p:nvSpPr>
          <p:cNvPr id="13" name="Shape 11"/>
          <p:cNvSpPr/>
          <p:nvPr/>
        </p:nvSpPr>
        <p:spPr>
          <a:xfrm>
            <a:off x="6144768" y="1828800"/>
            <a:ext cx="5586984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19088" y="2029968"/>
            <a:ext cx="5038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 with MCP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19088" y="2542032"/>
            <a:ext cx="508406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(stdio) and remote (HTTP) tools</a:t>
            </a:r>
            <a:endParaRPr lang="en-US" sz="1250" dirty="0"/>
          </a:p>
          <a:p>
            <a:pPr algn="l" marL="177800" indent="-1778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Auto-added to context — enable only what you need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5586984" cy="1920240"/>
          </a:xfrm>
          <a:prstGeom prst="roundRect">
            <a:avLst>
              <a:gd name="adj" fmla="val 2381"/>
            </a:avLst>
          </a:prstGeom>
          <a:solidFill>
            <a:srgbClr val="11355C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977640"/>
            <a:ext cx="5586984" cy="82296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178808"/>
            <a:ext cx="5038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&amp; subagents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31520" y="4690872"/>
            <a:ext cx="508406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agents you drive directly</a:t>
            </a:r>
            <a:endParaRPr lang="en-US" sz="1250" dirty="0"/>
          </a:p>
          <a:p>
            <a:pPr algn="l" marL="177800" indent="-1778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for parallel, scoped work</a:t>
            </a:r>
            <a:endParaRPr lang="en-US" sz="1250" dirty="0"/>
          </a:p>
          <a:p>
            <a:pPr algn="l" marL="177800" indent="-1778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or JSON, or agent create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44768" y="3977640"/>
            <a:ext cx="5586984" cy="1920240"/>
          </a:xfrm>
          <a:prstGeom prst="roundRect">
            <a:avLst>
              <a:gd name="adj" fmla="val 2381"/>
            </a:avLst>
          </a:prstGeom>
          <a:solidFill>
            <a:srgbClr val="11355C"/>
          </a:solidFill>
          <a:ln/>
        </p:spPr>
      </p:sp>
      <p:sp>
        <p:nvSpPr>
          <p:cNvPr id="21" name="Shape 19"/>
          <p:cNvSpPr/>
          <p:nvPr/>
        </p:nvSpPr>
        <p:spPr>
          <a:xfrm>
            <a:off x="6144768" y="3977640"/>
            <a:ext cx="5586984" cy="82296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2" name="Text 20"/>
          <p:cNvSpPr/>
          <p:nvPr/>
        </p:nvSpPr>
        <p:spPr>
          <a:xfrm>
            <a:off x="6419088" y="4178808"/>
            <a:ext cx="5038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 in control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19088" y="4690872"/>
            <a:ext cx="508406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/ ask / deny per tool &amp; command</a:t>
            </a:r>
            <a:endParaRPr lang="en-US" sz="1250" dirty="0"/>
          </a:p>
          <a:p>
            <a:pPr algn="l" marL="177800" indent="-1778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and external dirs guarded by default</a:t>
            </a:r>
            <a:endParaRPr lang="en-US" sz="1250" dirty="0"/>
          </a:p>
          <a:p>
            <a:pPr algn="l" marL="177800" indent="-1778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permissions per agent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05332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pitch:  </a:t>
            </a:r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shell, your models, your tools — with permissions you set.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2026-06-16T10:26:58Z</dcterms:created>
  <dcterms:modified xsi:type="dcterms:W3CDTF">2026-06-16T10:26:58Z</dcterms:modified>
</cp:coreProperties>
</file>